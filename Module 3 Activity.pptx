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125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E9619-030B-1AAD-48BF-B086E39211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E88FDB-9D3D-A33B-BC30-28538B9EFE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71A36-E290-88CA-1E02-4F87FB233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6674E-25DD-47C8-BFF0-8CF59113A561}" type="datetimeFigureOut">
              <a:rPr lang="en-SG" smtClean="0"/>
              <a:t>19/3/2026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EFC2A-20C3-66A3-D272-EC28052D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A8F82-740D-8837-BD3C-D8BE16EE2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FB875-125F-43B7-9169-486A2945A31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0167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29EDB-178E-C69B-8CA1-F9901E978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16976-46CD-C69D-1CA1-38754D2B9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F5DE5-94E4-A851-9630-7FABFEF4A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6674E-25DD-47C8-BFF0-8CF59113A561}" type="datetimeFigureOut">
              <a:rPr lang="en-SG" smtClean="0"/>
              <a:t>19/3/2026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25C8A-1436-AF2E-ADE3-8EE667486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911EB-694E-F8EA-8889-636345B25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FB875-125F-43B7-9169-486A2945A31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66148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87F3A-774F-2634-AB5B-3DCC65757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EF323-7F28-45F0-9DB9-81891F11F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689C6-BD2F-3FD1-0870-DDE8C87FD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6674E-25DD-47C8-BFF0-8CF59113A561}" type="datetimeFigureOut">
              <a:rPr lang="en-SG" smtClean="0"/>
              <a:t>19/3/2026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CC992-E5B9-DA8A-4885-DD2CCD1FE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789AA-1B1C-4413-AC5C-ACB3FBF2C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FB875-125F-43B7-9169-486A2945A31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06028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C4E83-E061-FDCF-EE07-423F52CBA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0E9EF-F067-D0CA-D353-BDF3287D43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25C8E6-DFFA-932D-0CBA-6233987349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A61230-E543-CC68-1A48-26DE6793D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6674E-25DD-47C8-BFF0-8CF59113A561}" type="datetimeFigureOut">
              <a:rPr lang="en-SG" smtClean="0"/>
              <a:t>19/3/2026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A71235-AE13-8576-3B58-4F1A89462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B5E7D-F9A5-9DA6-8F26-89490E4A8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FB875-125F-43B7-9169-486A2945A31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47070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C2CBF-8D57-1076-445D-A5BBE2BD1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0949E-B024-5A9B-A94B-C28916CE7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967CC0-40E2-1D15-FAEF-0E9A0D429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510505-4613-8DD3-374E-E081FAE383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ECFF5B-97D0-2FDF-AD8B-C1F94EEB57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42AC85-3580-B593-201A-F261362BE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6674E-25DD-47C8-BFF0-8CF59113A561}" type="datetimeFigureOut">
              <a:rPr lang="en-SG" smtClean="0"/>
              <a:t>19/3/2026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F90B80-D80A-DF11-8BA1-58FA5666A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F68824-ED07-36F9-2EC5-C000CAAC1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FB875-125F-43B7-9169-486A2945A31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74452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7C5D6-FA42-632B-67AD-53E3EADD7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4986E9-8A98-71C0-4203-9B9E339A9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6674E-25DD-47C8-BFF0-8CF59113A561}" type="datetimeFigureOut">
              <a:rPr lang="en-SG" smtClean="0"/>
              <a:t>19/3/2026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EA5CC9-B045-6AF1-BBEF-FEFE295FD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1931FE-3246-A29C-11F8-7A8777BE9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FB875-125F-43B7-9169-486A2945A31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2472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C156ED-D211-DC43-5691-F3A91C05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6674E-25DD-47C8-BFF0-8CF59113A561}" type="datetimeFigureOut">
              <a:rPr lang="en-SG" smtClean="0"/>
              <a:t>19/3/2026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886389-B224-2016-62E7-5EA2AD5B8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2603C-C2F8-44BF-54BB-3828F193C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FB875-125F-43B7-9169-486A2945A31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09453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9E194-86E3-E6B0-B11C-576BEE7A4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2673C-4DCF-B03D-216A-26084AC16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E8B4E8-3291-6E2E-5D88-6674C8A728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28CC63-5959-6041-B79D-CD2E81CB7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6674E-25DD-47C8-BFF0-8CF59113A561}" type="datetimeFigureOut">
              <a:rPr lang="en-SG" smtClean="0"/>
              <a:t>19/3/2026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3DDA4B-B443-3446-A553-A653B4B75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6969C-7A55-9BFF-76A3-0E8EF7DA3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FB875-125F-43B7-9169-486A2945A31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2256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3F8DC-80E4-DE8E-FA7F-8578D49F7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02C09E-8E2C-AB99-55B1-64919F79B9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757B03-59C7-16C5-B984-B2CF6F647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D20077-4161-C4EF-A836-4E5956503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6674E-25DD-47C8-BFF0-8CF59113A561}" type="datetimeFigureOut">
              <a:rPr lang="en-SG" smtClean="0"/>
              <a:t>19/3/2026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DDCAC4-A64C-342C-6D86-2CC7D1B6D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1AD426-4E3B-123F-0EEA-1DF594C96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FB875-125F-43B7-9169-486A2945A31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39862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1D164-0670-D4F6-A914-5DFBB5352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795C07-25F1-E5E6-0760-9B848A1EAB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A32D3-F931-DB17-5455-CF2754F4E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6674E-25DD-47C8-BFF0-8CF59113A561}" type="datetimeFigureOut">
              <a:rPr lang="en-SG" smtClean="0"/>
              <a:t>19/3/2026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301F2-55A0-9076-1377-014868375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171DD-6084-6CDD-D9E3-B8F703DC3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FB875-125F-43B7-9169-486A2945A31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73888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54EEA2-5B80-90AE-367B-DF70E01A56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E287D5-2DA7-97CA-F3A2-2187DC3B88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55580-4F17-2B35-FB9A-48972002D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6674E-25DD-47C8-BFF0-8CF59113A561}" type="datetimeFigureOut">
              <a:rPr lang="en-SG" smtClean="0"/>
              <a:t>19/3/2026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0E024-E044-7960-5D8A-2367EA8EB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1F808-40D7-8CD5-6FFC-9A60C2D44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FB875-125F-43B7-9169-486A2945A31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14347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B40764-204E-A9EF-0705-DA3849AF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169E4-1AEE-5B1A-9638-8A45D4215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0B090-E975-82D5-6CAB-D2A7BF3B3C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C6674E-25DD-47C8-BFF0-8CF59113A561}" type="datetimeFigureOut">
              <a:rPr lang="en-SG" smtClean="0"/>
              <a:t>19/3/2026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3F40F-6018-C3DE-2DC8-4CAD4608B6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58646-B9D6-59D9-1097-0894902D65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6FB875-125F-43B7-9169-486A2945A31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97761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371DC-049E-4C68-8718-5314FB0990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SG" sz="9600" dirty="0"/>
              <a:t>A box of Matches</a:t>
            </a:r>
          </a:p>
        </p:txBody>
      </p:sp>
    </p:spTree>
    <p:extLst>
      <p:ext uri="{BB962C8B-B14F-4D97-AF65-F5344CB8AC3E}">
        <p14:creationId xmlns:p14="http://schemas.microsoft.com/office/powerpoint/2010/main" val="3216904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26506-0C62-362C-EAB4-5E1A54990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AD350-D872-A65F-1256-0FA92F07A0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SG" sz="9600" dirty="0" err="1"/>
              <a:t>Krate</a:t>
            </a:r>
            <a:r>
              <a:rPr lang="en-SG" sz="9600" dirty="0"/>
              <a:t> of Soda</a:t>
            </a:r>
          </a:p>
        </p:txBody>
      </p:sp>
    </p:spTree>
    <p:extLst>
      <p:ext uri="{BB962C8B-B14F-4D97-AF65-F5344CB8AC3E}">
        <p14:creationId xmlns:p14="http://schemas.microsoft.com/office/powerpoint/2010/main" val="4120538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526B4-1697-05AA-4527-7DBEBEDC7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02909-483A-375E-A130-1CF045A3D2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SG" sz="9600" dirty="0"/>
              <a:t>12 Bottles of Water</a:t>
            </a:r>
          </a:p>
        </p:txBody>
      </p:sp>
    </p:spTree>
    <p:extLst>
      <p:ext uri="{BB962C8B-B14F-4D97-AF65-F5344CB8AC3E}">
        <p14:creationId xmlns:p14="http://schemas.microsoft.com/office/powerpoint/2010/main" val="1259055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91F84-3141-4901-ACBA-2F9979867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98712-0F18-97B2-39D0-DEDDA175C0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SG" sz="9600" dirty="0"/>
              <a:t>5 Warm Sweater</a:t>
            </a:r>
          </a:p>
        </p:txBody>
      </p:sp>
    </p:spTree>
    <p:extLst>
      <p:ext uri="{BB962C8B-B14F-4D97-AF65-F5344CB8AC3E}">
        <p14:creationId xmlns:p14="http://schemas.microsoft.com/office/powerpoint/2010/main" val="2749840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8D1E8-98FC-064E-A236-AC77AB188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8FD29-6A1D-335E-D9CA-9AEA39D242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SG" sz="9600" dirty="0"/>
              <a:t>First Aid Kit</a:t>
            </a:r>
          </a:p>
        </p:txBody>
      </p:sp>
    </p:spTree>
    <p:extLst>
      <p:ext uri="{BB962C8B-B14F-4D97-AF65-F5344CB8AC3E}">
        <p14:creationId xmlns:p14="http://schemas.microsoft.com/office/powerpoint/2010/main" val="3210941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1F488-B0F2-1C6C-49C2-EF2AF3DBC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394FA-0857-DA84-1850-96D701FB0B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SG" sz="9600" dirty="0"/>
              <a:t>Transistor Radio</a:t>
            </a:r>
          </a:p>
        </p:txBody>
      </p:sp>
    </p:spTree>
    <p:extLst>
      <p:ext uri="{BB962C8B-B14F-4D97-AF65-F5344CB8AC3E}">
        <p14:creationId xmlns:p14="http://schemas.microsoft.com/office/powerpoint/2010/main" val="549729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5C78A-95A8-80D8-B18E-2CA5062AE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845E3-93B0-2759-E719-FBFAFED196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SG" sz="9600" dirty="0"/>
              <a:t>An Axe</a:t>
            </a:r>
          </a:p>
        </p:txBody>
      </p:sp>
    </p:spTree>
    <p:extLst>
      <p:ext uri="{BB962C8B-B14F-4D97-AF65-F5344CB8AC3E}">
        <p14:creationId xmlns:p14="http://schemas.microsoft.com/office/powerpoint/2010/main" val="67716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E92A9-BEB9-7C58-CA85-CC56CB90D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F2939-18A8-38D9-5F1E-EED72611DA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SG" sz="9600" dirty="0"/>
              <a:t>A gun with 20 bullets</a:t>
            </a:r>
          </a:p>
        </p:txBody>
      </p:sp>
    </p:spTree>
    <p:extLst>
      <p:ext uri="{BB962C8B-B14F-4D97-AF65-F5344CB8AC3E}">
        <p14:creationId xmlns:p14="http://schemas.microsoft.com/office/powerpoint/2010/main" val="425859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DAA5C-1965-7A65-BF8C-B943788F3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DCF63-3327-8E04-7501-0B998E285F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SG" sz="9600" dirty="0"/>
              <a:t>A bag with 25 magazines</a:t>
            </a:r>
          </a:p>
        </p:txBody>
      </p:sp>
    </p:spTree>
    <p:extLst>
      <p:ext uri="{BB962C8B-B14F-4D97-AF65-F5344CB8AC3E}">
        <p14:creationId xmlns:p14="http://schemas.microsoft.com/office/powerpoint/2010/main" val="1161161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9BDB7-0294-93F2-7D98-A1FB4E61B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52E3B-50F9-BD9D-97CA-ECC9DCB7CC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SG" sz="9600" dirty="0"/>
              <a:t>Inflatable life boat for 8 people</a:t>
            </a:r>
          </a:p>
        </p:txBody>
      </p:sp>
    </p:spTree>
    <p:extLst>
      <p:ext uri="{BB962C8B-B14F-4D97-AF65-F5344CB8AC3E}">
        <p14:creationId xmlns:p14="http://schemas.microsoft.com/office/powerpoint/2010/main" val="96150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4C995-C009-13F6-5338-F5E029968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F1634-FEF5-E236-DA70-D5F8995C54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SG" sz="9600" dirty="0"/>
              <a:t>Compass</a:t>
            </a:r>
          </a:p>
        </p:txBody>
      </p:sp>
    </p:spTree>
    <p:extLst>
      <p:ext uri="{BB962C8B-B14F-4D97-AF65-F5344CB8AC3E}">
        <p14:creationId xmlns:p14="http://schemas.microsoft.com/office/powerpoint/2010/main" val="407783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8D74B-3C38-5F0A-405F-1C661CE29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74B63-1DF5-6752-2A4C-71A10F2B86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SG" sz="9600" dirty="0"/>
              <a:t>Anti insect spray</a:t>
            </a:r>
          </a:p>
        </p:txBody>
      </p:sp>
    </p:spTree>
    <p:extLst>
      <p:ext uri="{BB962C8B-B14F-4D97-AF65-F5344CB8AC3E}">
        <p14:creationId xmlns:p14="http://schemas.microsoft.com/office/powerpoint/2010/main" val="3881299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8FA20-CA05-59E2-8CD0-6102A8435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A9DEE-2476-4BF8-A447-062D27A4FB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SG" sz="9600" dirty="0"/>
              <a:t>Sewing Kit</a:t>
            </a:r>
          </a:p>
        </p:txBody>
      </p:sp>
    </p:spTree>
    <p:extLst>
      <p:ext uri="{BB962C8B-B14F-4D97-AF65-F5344CB8AC3E}">
        <p14:creationId xmlns:p14="http://schemas.microsoft.com/office/powerpoint/2010/main" val="3711118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3752D-D06F-606A-CF52-B1E7F2927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2CCFC-7739-9FCD-AFE9-85311E18C9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SG" sz="9600" dirty="0"/>
              <a:t>Flashlight</a:t>
            </a:r>
          </a:p>
        </p:txBody>
      </p:sp>
    </p:spTree>
    <p:extLst>
      <p:ext uri="{BB962C8B-B14F-4D97-AF65-F5344CB8AC3E}">
        <p14:creationId xmlns:p14="http://schemas.microsoft.com/office/powerpoint/2010/main" val="3202362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BCDEB-47C4-483A-123C-560D65721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A9051-413B-CC43-7585-0B31F57CA0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SG" sz="9600" dirty="0"/>
              <a:t>A bag with 5 Blankets</a:t>
            </a:r>
          </a:p>
        </p:txBody>
      </p:sp>
    </p:spTree>
    <p:extLst>
      <p:ext uri="{BB962C8B-B14F-4D97-AF65-F5344CB8AC3E}">
        <p14:creationId xmlns:p14="http://schemas.microsoft.com/office/powerpoint/2010/main" val="2067560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Widescreen</PresentationFormat>
  <Paragraphs>15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A box of Matches</vt:lpstr>
      <vt:lpstr>Krate of Soda</vt:lpstr>
      <vt:lpstr>12 Bottles of Water</vt:lpstr>
      <vt:lpstr>5 Warm Sweater</vt:lpstr>
      <vt:lpstr>First Aid Kit</vt:lpstr>
      <vt:lpstr>Transistor Radio</vt:lpstr>
      <vt:lpstr>An Axe</vt:lpstr>
      <vt:lpstr>A gun with 20 bullets</vt:lpstr>
      <vt:lpstr>A bag with 25 magazines</vt:lpstr>
      <vt:lpstr>Inflatable life boat for 8 people</vt:lpstr>
      <vt:lpstr>Compass</vt:lpstr>
      <vt:lpstr>Anti insect spray</vt:lpstr>
      <vt:lpstr>Sewing Kit</vt:lpstr>
      <vt:lpstr>Flashlight</vt:lpstr>
      <vt:lpstr>A bag with 5 Blankets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Marie Chris Soque</dc:creator>
  <cp:lastModifiedBy>Marie Chris Soque</cp:lastModifiedBy>
  <cp:revision>1</cp:revision>
  <dcterms:created xsi:type="dcterms:W3CDTF">2026-03-18T23:56:04Z</dcterms:created>
  <dcterms:modified xsi:type="dcterms:W3CDTF">2026-03-18T23:58:58Z</dcterms:modified>
</cp:coreProperties>
</file>